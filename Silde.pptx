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Kingred Modern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01617" y="4615440"/>
            <a:ext cx="13307516" cy="7967875"/>
          </a:xfrm>
          <a:custGeom>
            <a:avLst/>
            <a:gdLst/>
            <a:ahLst/>
            <a:cxnLst/>
            <a:rect l="l" t="t" r="r" b="b"/>
            <a:pathLst>
              <a:path w="13307516" h="7967875">
                <a:moveTo>
                  <a:pt x="0" y="0"/>
                </a:moveTo>
                <a:lnTo>
                  <a:pt x="13307516" y="0"/>
                </a:lnTo>
                <a:lnTo>
                  <a:pt x="13307516" y="7967875"/>
                </a:lnTo>
                <a:lnTo>
                  <a:pt x="0" y="796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3550" y="3687705"/>
            <a:ext cx="17944450" cy="179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0"/>
              </a:lnSpc>
            </a:pPr>
            <a:r>
              <a:rPr lang="en-US" sz="6000">
                <a:solidFill>
                  <a:srgbClr val="C629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COLLABORATIVE FILTERING - RECOMMENDER SYSTEM </a:t>
            </a:r>
          </a:p>
        </p:txBody>
      </p:sp>
      <p:sp>
        <p:nvSpPr>
          <p:cNvPr id="4" name="Freeform 4"/>
          <p:cNvSpPr/>
          <p:nvPr/>
        </p:nvSpPr>
        <p:spPr>
          <a:xfrm>
            <a:off x="-9188801" y="-3589824"/>
            <a:ext cx="13307516" cy="7967875"/>
          </a:xfrm>
          <a:custGeom>
            <a:avLst/>
            <a:gdLst/>
            <a:ahLst/>
            <a:cxnLst/>
            <a:rect l="l" t="t" r="r" b="b"/>
            <a:pathLst>
              <a:path w="13307516" h="7967875">
                <a:moveTo>
                  <a:pt x="0" y="0"/>
                </a:moveTo>
                <a:lnTo>
                  <a:pt x="13307516" y="0"/>
                </a:lnTo>
                <a:lnTo>
                  <a:pt x="13307516" y="7967875"/>
                </a:lnTo>
                <a:lnTo>
                  <a:pt x="0" y="796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181236" y="6367694"/>
            <a:ext cx="6987466" cy="4847554"/>
          </a:xfrm>
          <a:custGeom>
            <a:avLst/>
            <a:gdLst/>
            <a:ahLst/>
            <a:cxnLst/>
            <a:rect l="l" t="t" r="r" b="b"/>
            <a:pathLst>
              <a:path w="6987466" h="4847554">
                <a:moveTo>
                  <a:pt x="0" y="0"/>
                </a:moveTo>
                <a:lnTo>
                  <a:pt x="6987466" y="0"/>
                </a:lnTo>
                <a:lnTo>
                  <a:pt x="6987466" y="4847555"/>
                </a:lnTo>
                <a:lnTo>
                  <a:pt x="0" y="48475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938654" flipH="1">
            <a:off x="8778999" y="-2777185"/>
            <a:ext cx="7083515" cy="5684521"/>
          </a:xfrm>
          <a:custGeom>
            <a:avLst/>
            <a:gdLst/>
            <a:ahLst/>
            <a:cxnLst/>
            <a:rect l="l" t="t" r="r" b="b"/>
            <a:pathLst>
              <a:path w="7083515" h="5684521">
                <a:moveTo>
                  <a:pt x="7083515" y="0"/>
                </a:moveTo>
                <a:lnTo>
                  <a:pt x="0" y="0"/>
                </a:lnTo>
                <a:lnTo>
                  <a:pt x="0" y="5684521"/>
                </a:lnTo>
                <a:lnTo>
                  <a:pt x="7083515" y="5684521"/>
                </a:lnTo>
                <a:lnTo>
                  <a:pt x="7083515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118466" y="6476625"/>
            <a:ext cx="4882522" cy="1727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viên nhóm: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20127411 - Đỗ Đạt Thành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20127449 - Trần Quốc Bảo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8466" y="2026682"/>
            <a:ext cx="10050570" cy="60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 trình song song ứng dụng - Nhóm 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5914650"/>
            <a:ext cx="4499319" cy="285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 viên: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Phạm Trọng Nghĩa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Tiến Huy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Thanh Tình</a:t>
            </a:r>
          </a:p>
          <a:p>
            <a:pPr algn="just">
              <a:lnSpc>
                <a:spcPts val="4490"/>
              </a:lnSpc>
            </a:pPr>
            <a:r>
              <a:rPr lang="en-US" sz="32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Trần Duy Minh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0959" y="858666"/>
            <a:ext cx="14219611" cy="8229600"/>
          </a:xfrm>
          <a:custGeom>
            <a:avLst/>
            <a:gdLst/>
            <a:ahLst/>
            <a:cxnLst/>
            <a:rect l="l" t="t" r="r" b="b"/>
            <a:pathLst>
              <a:path w="14219611" h="8229600">
                <a:moveTo>
                  <a:pt x="0" y="0"/>
                </a:moveTo>
                <a:lnTo>
                  <a:pt x="14219611" y="0"/>
                </a:lnTo>
                <a:lnTo>
                  <a:pt x="142196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838721" y="4675396"/>
            <a:ext cx="8610559" cy="0"/>
          </a:xfrm>
          <a:prstGeom prst="line">
            <a:avLst/>
          </a:prstGeom>
          <a:ln w="28575" cap="flat">
            <a:solidFill>
              <a:srgbClr val="C629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879908" y="5798145"/>
            <a:ext cx="8610559" cy="0"/>
          </a:xfrm>
          <a:prstGeom prst="line">
            <a:avLst/>
          </a:prstGeom>
          <a:ln w="28575" cap="flat">
            <a:solidFill>
              <a:srgbClr val="C629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838721" y="4849641"/>
            <a:ext cx="6318046" cy="59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Khó khăn gặp phải</a:t>
            </a:r>
          </a:p>
        </p:txBody>
      </p:sp>
      <p:sp>
        <p:nvSpPr>
          <p:cNvPr id="6" name="AutoShape 6"/>
          <p:cNvSpPr/>
          <p:nvPr/>
        </p:nvSpPr>
        <p:spPr>
          <a:xfrm>
            <a:off x="4879908" y="3600291"/>
            <a:ext cx="8610559" cy="0"/>
          </a:xfrm>
          <a:prstGeom prst="line">
            <a:avLst/>
          </a:prstGeom>
          <a:ln w="28575" cap="flat">
            <a:solidFill>
              <a:srgbClr val="C629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879908" y="2693650"/>
            <a:ext cx="6318046" cy="59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Nhắc lại về thuật toán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9908" y="3757262"/>
            <a:ext cx="6318046" cy="59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song hóa thuật toán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9908" y="5955307"/>
            <a:ext cx="8610559" cy="59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hướng phát triển tiếp theo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879908" y="6833262"/>
            <a:ext cx="8610559" cy="0"/>
          </a:xfrm>
          <a:prstGeom prst="line">
            <a:avLst/>
          </a:prstGeom>
          <a:ln w="28575" cap="flat">
            <a:solidFill>
              <a:srgbClr val="C6292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879908" y="7057100"/>
            <a:ext cx="8610559" cy="596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5"/>
              </a:lnSpc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chia công việc 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4" b="-1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116325" y="4327810"/>
            <a:ext cx="12055351" cy="133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87"/>
              </a:lnSpc>
              <a:spcBef>
                <a:spcPct val="0"/>
              </a:spcBef>
            </a:pPr>
            <a:r>
              <a:rPr lang="en-US" sz="6840">
                <a:solidFill>
                  <a:srgbClr val="C629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NHẮC LẠI VỀ THUẬT TOÁN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42" b="-714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8190" y="4169418"/>
            <a:ext cx="5484505" cy="5302698"/>
          </a:xfrm>
          <a:custGeom>
            <a:avLst/>
            <a:gdLst/>
            <a:ahLst/>
            <a:cxnLst/>
            <a:rect l="l" t="t" r="r" b="b"/>
            <a:pathLst>
              <a:path w="5484505" h="5302698">
                <a:moveTo>
                  <a:pt x="0" y="0"/>
                </a:moveTo>
                <a:lnTo>
                  <a:pt x="5484505" y="0"/>
                </a:lnTo>
                <a:lnTo>
                  <a:pt x="5484505" y="5302698"/>
                </a:lnTo>
                <a:lnTo>
                  <a:pt x="0" y="5302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8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14924" y="4452680"/>
            <a:ext cx="14258152" cy="121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87"/>
              </a:lnSpc>
              <a:spcBef>
                <a:spcPct val="0"/>
              </a:spcBef>
            </a:pPr>
            <a:r>
              <a:rPr lang="en-US" sz="6840">
                <a:solidFill>
                  <a:srgbClr val="C6292D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SONG SONG HÓA THUẬT TOÁN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4" b="-1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385617" y="857250"/>
            <a:ext cx="9516767" cy="121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87"/>
              </a:lnSpc>
              <a:spcBef>
                <a:spcPct val="0"/>
              </a:spcBef>
            </a:pPr>
            <a:r>
              <a:rPr lang="en-US" sz="6840">
                <a:solidFill>
                  <a:srgbClr val="C6292D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KHÓ KHĂN GẶP PHẢI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32013" y="2368773"/>
            <a:ext cx="12623974" cy="497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 đầu tiếp xúc với công nghệ mới</a:t>
            </a:r>
          </a:p>
          <a:p>
            <a:pPr marL="863599" lvl="1" indent="-431800" algn="l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thành viên lần đầu tiếp xúc với song song hóa</a:t>
            </a:r>
          </a:p>
          <a:p>
            <a:pPr marL="863599" lvl="1" indent="-431800" algn="l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hạn thời gian và dung lượng của google colab</a:t>
            </a:r>
          </a:p>
          <a:p>
            <a:pPr marL="863599" lvl="1" indent="-431800" algn="l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Lần đầu hợp tác với nhau nên chưa ăn ý lúc khởi đầu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4" b="-1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60821" y="857250"/>
            <a:ext cx="14966359" cy="2478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87"/>
              </a:lnSpc>
              <a:spcBef>
                <a:spcPct val="0"/>
              </a:spcBef>
            </a:pPr>
            <a:r>
              <a:rPr lang="en-US" sz="6840">
                <a:solidFill>
                  <a:srgbClr val="C6292D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PHƯƠNG HƯỚNG PHÁT TRIỂN TIẾP THEO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6007" y="3749176"/>
            <a:ext cx="16871993" cy="371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 triển thêm các phiên bản song song hóa khác cho các thuật toán (vd: shared memory, ...)</a:t>
            </a:r>
          </a:p>
          <a:p>
            <a:pPr marL="863599" lvl="1" indent="-431800" algn="l">
              <a:lnSpc>
                <a:spcPts val="9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tiến thuật toán để gia tăng độ chính xác và tốc độ xử lý 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4" b="-1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60821" y="3931220"/>
            <a:ext cx="14966359" cy="121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87"/>
              </a:lnSpc>
              <a:spcBef>
                <a:spcPct val="0"/>
              </a:spcBef>
            </a:pPr>
            <a:r>
              <a:rPr lang="en-US" sz="6840">
                <a:solidFill>
                  <a:srgbClr val="C6292D"/>
                </a:solidFill>
                <a:latin typeface="Kingred Modern"/>
                <a:ea typeface="Kingred Modern"/>
                <a:cs typeface="Kingred Modern"/>
                <a:sym typeface="Kingred Modern"/>
              </a:rPr>
              <a:t>PHÂN CHIA CÔNG VIỆC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695621" y="1368536"/>
          <a:ext cx="12896758" cy="7753987"/>
        </p:xfrm>
        <a:graphic>
          <a:graphicData uri="http://schemas.openxmlformats.org/drawingml/2006/table">
            <a:tbl>
              <a:tblPr/>
              <a:tblGrid>
                <a:gridCol w="6448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93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Đỗ Đạt Thành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Trần Quốc Bảo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4644">
                <a:tc>
                  <a:txBody>
                    <a:bodyPr/>
                    <a:lstStyle/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Đóng góp ý kiến cho ý tưởng ban đầu</a:t>
                      </a:r>
                      <a:endParaRPr lang="en-US" sz="1100"/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khai hàm “cosine similarity” các phiên bản tuần tự và song song hóa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khai hàm “recommend” 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Hỗ trợ phát triển hàm “normalize” phiên bản song song hóa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Hỗ trợ phát triển hàm “predict” phiên bản song song hóa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Soạn slide và đóng góp nội dung file tổng hợp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Đóng góp ý kiến cho ý tưởng ban đầu</a:t>
                      </a:r>
                      <a:endParaRPr lang="en-US" sz="1100"/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Chuẩn bị input datasets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khai hàm “normalize”  các phiên bản tuần tự và song song hóa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Triển khai hàm “predict” các phiên bản tuần tự và song song hóa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Đánh giá tốc độ và độ chính xác các phiên bản</a:t>
                      </a:r>
                    </a:p>
                    <a:p>
                      <a:pPr marL="539749" lvl="1" indent="-269875" algn="just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Chỉnh lý nội dung file tổng hợp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305</Words>
  <Application>Microsoft Office PowerPoint</Application>
  <PresentationFormat>Custom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Kingred Modern</vt:lpstr>
      <vt:lpstr>Calibri</vt:lpstr>
      <vt:lpstr>Times New Roman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Modern Minimal 3D Installation Art</dc:title>
  <cp:lastModifiedBy>TRẦN QUỐC BẢO</cp:lastModifiedBy>
  <cp:revision>1</cp:revision>
  <dcterms:created xsi:type="dcterms:W3CDTF">2006-08-16T00:00:00Z</dcterms:created>
  <dcterms:modified xsi:type="dcterms:W3CDTF">2024-08-15T14:47:59Z</dcterms:modified>
  <dc:identifier>DAGHzWSefwk</dc:identifier>
</cp:coreProperties>
</file>